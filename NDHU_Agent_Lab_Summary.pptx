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NDHU CAMPUS AGENT LAB · PRACTICE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讓 AI 幫你完成一件校園小事</a:t>
            </a:r>
          </a:p>
          <a:p>
            <a:pPr>
              <a:spcBef>
                <a:spcPts val="1200"/>
              </a:spcBef>
              <a:defRPr sz="2400">
                <a:solidFill>
                  <a:srgbClr val="CBD5E1"/>
                </a:solidFill>
              </a:defRPr>
            </a:pPr>
            <a:r>
              <a:t>Human-in-the-Loop 課堂實作成果與安全審查報告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Repository: pinan12/agent-lab-w05  |  路線: individual 個人  |  工具: Antigravity AI Agent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完成了任務 A（檔案整理）、B（活動挑選器）、C（器材清理）、D（安全退回）與完整驗收紀錄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國立東華大學 AI AGENT 實作總結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核心精神：培養人類審查者的四大判斷力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1. 看懂計畫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Understand Plan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動手前先檢查 AI 的讀取與產出範圍。確認其嚴守授權路徑，原檔唯讀，絕不未經同意刪檔。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146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2. 親自驗收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Inspect Results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不盲信「已完成」宣告。透過 SHA-256 雜湊核對、邊界條件測試，親自檢查輸出檔案內容與規格是否吻合。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5576" y="1645920"/>
            <a:ext cx="25146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3. 辨認確認點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Recognize Checks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辨識出哪些動作屬於不可逆高風險操作（例如：刪除重複檔、以 final2 認定定稿、自行猜測補齊缺失數據）。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45920"/>
            <a:ext cx="25146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4. 堅決退回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</a:defRPr>
            </a:pPr>
            <a:r>
              <a:t>Reject &amp; Propose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當 AI 提出越權或具破壞性之計畫時，明確拒絕並提出可被接受的合規替代方案，主導整個工作流。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3688" y="1645920"/>
            <a:ext cx="251460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國立東華大學 AI AGENT 實作總結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任務 A｜一張任務卡，整理社團檔案 (01-club-files)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作業規範與嚴格限制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嚴格限制範圍：僅處理 input/ 資料夾中的 12 個文字檔案。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原檔唯讀不動：原始檔案完全不修改、不刪除、不覆蓋。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拒絕檔名猜測：檔名含有 final 或 final2 不等於定稿，皆為討論草案，均須完整保留。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重複檔各留副本：公告與器材等內容 100% 相同之重複檔案，亦各自保留獨立副本供對照。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分類結構與驗收成果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5 大分類目錄：</a:t>
            </a:r>
            <a:br/>
            <a:r>
              <a:t>  - 01-proposals（戶外30分/室內20分企劃、雨天備案）</a:t>
            </a:r>
            <a:br/>
            <a:r>
              <a:t>  - 02-planning（會議記錄、待辦清單、預算草案）</a:t>
            </a:r>
            <a:br/>
            <a:r>
              <a:t>  - 03-equipment（器材清單、器材備份）</a:t>
            </a:r>
            <a:br/>
            <a:r>
              <a:t>  - 04-publicity（公告、公告副本、海報標語）</a:t>
            </a:r>
            <a:br/>
            <a:r>
              <a:t>  - 05-feedback（活動問卷回饋）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產出 manifest.json：12 筆物件對照來源、目的與理由。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產出 report.md：詳細說明重複檔與不同版本分析報告。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雜湊驗證：12 份副本與原檔之 SHA-256 雜湊 100% 完全相符。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國立東華大學 AI AGENT 實作總結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任務 B｜單頁離線活動挑選器與雙語演進 (02-campus-picker)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第一版核心功能 (B v1)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單頁離線 HTML (index.html)：無 CDN、免聯網、雙擊即開。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三維度條件篩選：地點（室內/室外/不限）、時間（15/30/60m，小於等於條件）、強度（低/中/不限）。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無符合項目處理：嚴格顯示「沒有符合條件的活動」，不偷放寬條件。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最近 5 次歷史紀錄：最新在最前，具「清除紀錄」按鈕。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重設篩選：重設條件至不限/30/不限，但不清除歷史紀錄。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實作修改：中英雙語對照模式 (B v2)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★ 痛點分析 (Before)：原先僅能單一切換純中文或純英文，無法同時對照雙語學習。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★ 需求提出 (Request)：增加「中英雙語 (Bilingual)」模式，同時呈現中英文標籤與活動名稱。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★ 實作成效 (After)：</a:t>
            </a:r>
            <a:br/>
            <a:r>
              <a:t>  - 右上角提供 [ 中文 | English | 中英雙語 ] 膠囊切換列。</a:t>
            </a:r>
            <a:br/>
            <a:r>
              <a:t>  - 抽中活動同時顯示中文主標題與英文副標題（如「整理書包 / Organize your bag」）。</a:t>
            </a:r>
            <a:br/>
            <a:r>
              <a:t>  - 歷史紀錄與篩選標籤均中英對照。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★ 修改性質：新需求（New requirement），已驗收通過。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國立東華大學 AI AGENT 實作總結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任務 C｜社團器材文字記錄清理 (03-equipment)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原始列數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10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包含全空資料列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移除列數</a:t>
            </a:r>
          </a:p>
          <a:p>
            <a:pPr>
              <a:defRPr sz="2800" b="1">
                <a:solidFill>
                  <a:srgbClr val="EF4444"/>
                </a:solidFill>
              </a:defRPr>
            </a:pPr>
            <a:r>
              <a:t>1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第 6 列為全空物件 {}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有效列數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9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成功輸出至 normalized.json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資料品質異常分析報告 (issues.md 亮點)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數值規範守則：qty 欄位只能接受 0 或正整數。不補 0、不取絕對值、不猜測數量，缺失與異常原樣留存。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缺失數量 (EQ04 紙張包)：qty 為空字串 ""，忠實保留原樣並列入報告待幹部核對。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負數數量 (EQ05 膠帶)：qty 為 -1，保留負數數值並提出預警，不擅自修正為 1 或 0。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資料衝突 (EQ02 延長線)：存在兩筆有效記錄，借出狀態皆為 borrowed，但數量分別為 2 與 3，發生衝突。全部保留供實物盤點。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國立東華大學 AI AGENT 實作總結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任務 D｜安全審查與退回不合理計畫 (04-review)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❌ 模擬計畫中的五大致命問題 (bad-plan.txt)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越權掃描全機：聲稱「把 Downloads 全部整理」，違反最小權限原則，恐存取私人敏感檔案。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擅自刪除原檔：未經核准直接「刪除重複檔」，造成不可逆的檔案滅失風險。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憑檔名妄斷定稿：把 final2 當最新版，漠視兩份企劃為完全不同活動之事實。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捏造缺失數據：宣稱「找不到就補合理值」，破壞資料真實性（資料污染）。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未經審查自動公開：未經人工驗收就「自動公開成果」，產生重大安全隱憂。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✔ 退回聲明與五大替代原則 (my-rejection.md)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嚴格限制工作邊界：僅能讀取指定的 input 目錄，嚴禁跨出範圍觸碰其他資料夾。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原始檔案絕對唯讀：原檔保持不動，成果輸出至 output 副本，重複檔案亦保留獨立副本。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所有版本完整留存：所有歷史草案完整保留，由社團幹部開會比對決策。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缺失異常原樣記錄：不瞎猜、不補值，異常欄位於問題報告中列出。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成果本地存放驗收：僅輸出至本地資料夾，經由人類操作驗收確認後方可發布。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國立東華大學 AI AGENT 實作總結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實作驗收測試矩陣 (Testing Verification Matrix)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4297680"/>
                <a:gridCol w="1858975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任務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測試情境 / 動作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預期行為與觀察結果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驗收狀態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 檔案雜湊驗證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輸出之 12 份副本與原檔 SHA-256 雜湊 100% 吻合，原檔未被修改或刪除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室外／15分鐘／中強度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顯示「沒有符合條件的活動」，不偷放寬條件，歷史紀錄未增加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室外／30分鐘／中強度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唯一符合條件為 A09（在合適位置快走），每次抽取必定為 A09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連續抽取 6 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歷史紀錄只保留最近 5 次成功抽樣，最新在最上方，舊紀錄依序退出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重設篩選測試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篩選條件重設回不限/30/不限，歷史紀錄完整保留不被清空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中英雙語對照模式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介面標籤、活動主標（中文）與副標（英文）皆雙語並列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任務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器材資料清理正規化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 列剔除 1 筆全空列，9 筆有效列保留，缺失與負數數量皆留存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GIT WORKFLOW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Git 提交歷程與人機協同總結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完整 Git 提交歷程 (8 個 Commits)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docs: add lab summary slides report</a:t>
            </a:r>
            <a:br/>
            <a:r>
              <a:t>   ↳ 加入簡報報告與總結文件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record: learning record and screenshots</a:t>
            </a:r>
            <a:br/>
            <a:r>
              <a:t>   ↳ 完成實作紀錄與 evidence 總覽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C: clean equipment records</a:t>
            </a:r>
            <a:br/>
            <a:r>
              <a:t>   ↳ 完成器材資料清理與異常問題報告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D: rejection</a:t>
            </a:r>
            <a:br/>
            <a:r>
              <a:t>   ↳ 完成模擬不合理計畫之退回聲明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B v2: add bilingual display mode</a:t>
            </a:r>
            <a:br/>
            <a:r>
              <a:t>   ↳ 挑選器新增中英雙語對照模式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B v1: activity picker</a:t>
            </a:r>
            <a:br/>
            <a:r>
              <a:t>   ↳ 完成單頁活動挑選器基本功能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A: organize club files</a:t>
            </a:r>
            <a:br/>
            <a:r>
              <a:t>   ↳ 完成社團檔案分類與 manifest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Initial commit</a:t>
            </a:r>
            <a:br/>
            <a:r>
              <a:t>   ↳ 課堂初始模板倉庫建立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人機協同實踐心得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💡 AI 是高效的副駕駛，人類掌握決策方向盤：AI 能在數秒內完成檔案分類、資料清洗與網頁撰寫，但唯有人類能給予嚴格的邊界規範與安全約束。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💡 驗收勝於宣稱：任何由 AI 執行的成果，都必須由人類親自核對雜湊值、親測極端條件，確保真實性。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💡 原子化提交的重要性：每做完一題就 Commit 與 Push，不僅讓進度有清晰的版本軌跡，更確保在公用電腦重開機時成果不遺失。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